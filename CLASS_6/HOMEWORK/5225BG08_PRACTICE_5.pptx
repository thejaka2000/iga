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2437-057A-B563-8752-91DE69FFD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18D44-BB0D-BA08-DAE4-67DDA8C23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030FB-C10A-76F3-3925-595A7EEA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2783-965E-C9BD-611C-0B35DBE2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CB017-EEBF-8E31-11B0-D30CA510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59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0FAF-1169-1265-3550-368F5A65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F0115-25CF-F364-CE63-58528D2FF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B69FF-4756-71D6-A6D7-0F7171DC3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CFDF6-4D76-493E-4ADF-27B8936B3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DFE-64A0-94F6-B463-D1269D5E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2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BC6D-43DA-E89C-86EE-EDA8A590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04587-9CD6-8D6B-336E-66F33DDD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3D2A1-7443-D106-5E1B-73841865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8B41-42E4-DDDF-BF8B-3D87FD1A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85830-3C46-B6E1-50DE-FF1E507B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6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373C8-4AF6-A85F-5A4B-64837A89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20934-3851-6118-610C-CDF5C6EAA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E6394-ED57-85C5-7C98-4031C715E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1FB0-083D-39BD-872E-92993C1A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A2737-367C-72A1-264E-2D6A6DD8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96B81-7666-090C-2DC5-3A95488D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8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AF74-F1DA-A5E3-43EB-9B06BE05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647CF-F64F-3DF9-21E2-5DC413ED1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F001-F3EC-C7F6-17BE-162A701D8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B977D-0C06-9284-968C-95D0DA038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89FA4-DE39-BC6C-BF97-6CF37F56A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CB0CB-2D69-3A68-C34B-B1BF6F5D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0CA381-E878-778B-B8E2-3A814F00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A8AB6-7242-537D-B8BF-F276788D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FCCC-B856-5F69-0C8A-3D1FB2F6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DCAE6-8E0A-BFA0-2BCC-F0AAB932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C045C-391F-31D6-068C-DAF48C24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BE8A0-A17E-CD21-69F9-C1DA4A23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33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D8FA7-9BE1-91CE-1FD7-AB59CCE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6D3E7-CD05-4CD8-A60B-C3B0FF44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FAB07-9DE5-B130-4DF6-A1C777C2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C9EA2-B1AB-16E1-FC3F-575C077C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3F2D9-AEA9-4BF9-AC23-972E84DA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81F7B-0B5A-7B0D-A079-FA8BDFDB7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99694-78F5-9503-CF04-565919C5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88379-7C9F-4537-EE6C-1B0534229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73686-C463-C95C-FE50-874C106F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24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890A-BDDC-4A89-918C-7C522647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0578C3-0817-CED8-D1DA-19E45B775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63CA2-280A-0FDB-3811-A961DAC3D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18ACC-E10F-6DBB-1869-3AB62C6F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F7FA7-0C57-0947-B12F-79E557C1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59CBA-AE34-93A8-916B-9DF52AB5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4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ED80-2DD8-5C27-37AE-809D5131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EED96-8909-03C3-0A7F-0B56F16BC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4C367-B498-234A-CEB0-E0695CC1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A1AE-34E9-FC3F-5280-724B3EA6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AC2FC-6433-57DD-53C6-0A00D54D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8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81A81-ECFB-7231-11FE-47EB926B3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6A9C0-A8D9-9CC9-2026-52F0E6FF6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E13FE-2794-A69B-6EDB-079CDBB6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85651-A412-C16A-C704-99D26A75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767F-5DA7-C4FE-EF6D-5524CE5F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BD9AB2-13C7-BA57-2AE7-6F940A1C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1F05-215D-F045-24D1-AA841BF25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F2FA4-69EC-AEBA-0154-BA7CCF298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217AC-E3D8-4235-A6D1-FE93E24C8B6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7B803-4651-311E-28C9-43A13F2AA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9345-CFCB-BECA-E4BC-4771FC4EF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D11BC-8A83-4056-AB6A-E8A58FE584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2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06D803-F0B0-31BA-33E3-D84D0CB67189}"/>
              </a:ext>
            </a:extLst>
          </p:cNvPr>
          <p:cNvSpPr txBox="1"/>
          <p:nvPr/>
        </p:nvSpPr>
        <p:spPr>
          <a:xfrm>
            <a:off x="466344" y="594360"/>
            <a:ext cx="134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Question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D1F87-3FFD-FD06-5944-D3960EAD8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66" y="2058348"/>
            <a:ext cx="4748422" cy="2010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1D0DDC-0DAA-BDC2-12B3-1741C21326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917" y="1874891"/>
            <a:ext cx="5590517" cy="2377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1F476E-CEE8-749F-6AC7-9189BE74D21D}"/>
              </a:ext>
            </a:extLst>
          </p:cNvPr>
          <p:cNvSpPr txBox="1"/>
          <p:nvPr/>
        </p:nvSpPr>
        <p:spPr>
          <a:xfrm>
            <a:off x="1572768" y="4979070"/>
            <a:ext cx="244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quadratic B-spline curve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7EDF7-2310-66C9-0C79-0123C7D5994C}"/>
              </a:ext>
            </a:extLst>
          </p:cNvPr>
          <p:cNvSpPr txBox="1"/>
          <p:nvPr/>
        </p:nvSpPr>
        <p:spPr>
          <a:xfrm>
            <a:off x="7670613" y="4979070"/>
            <a:ext cx="2444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 elevation to cubic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9BB58-F32B-CCD1-DE82-2BFD2F9C71F3}"/>
              </a:ext>
            </a:extLst>
          </p:cNvPr>
          <p:cNvSpPr txBox="1"/>
          <p:nvPr/>
        </p:nvSpPr>
        <p:spPr>
          <a:xfrm>
            <a:off x="8247888" y="271194"/>
            <a:ext cx="2418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Name        : Thejaka Jayasinghe</a:t>
            </a:r>
          </a:p>
          <a:p>
            <a:r>
              <a:rPr lang="en-US" sz="1400" dirty="0"/>
              <a:t>Student ID: 5225BG08</a:t>
            </a:r>
          </a:p>
        </p:txBody>
      </p:sp>
    </p:spTree>
    <p:extLst>
      <p:ext uri="{BB962C8B-B14F-4D97-AF65-F5344CB8AC3E}">
        <p14:creationId xmlns:p14="http://schemas.microsoft.com/office/powerpoint/2010/main" val="2101220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A0117B-401D-6371-E146-32C73CF038AA}"/>
              </a:ext>
            </a:extLst>
          </p:cNvPr>
          <p:cNvSpPr txBox="1"/>
          <p:nvPr/>
        </p:nvSpPr>
        <p:spPr>
          <a:xfrm>
            <a:off x="466344" y="594360"/>
            <a:ext cx="1342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Question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FE295E-36F3-2F56-4A52-75EB62831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335" y="1517835"/>
            <a:ext cx="3384821" cy="15266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10328-51EF-EEF2-987D-E50E86FD2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748" y="1618419"/>
            <a:ext cx="3523589" cy="1579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CD741-2159-C843-03E6-6BFFC995CF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335" y="4262353"/>
            <a:ext cx="3884760" cy="1461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E4DA0F-9230-B208-632E-B4ADD79C2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095" y="4554961"/>
            <a:ext cx="3368570" cy="13977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3D8164-BEB8-2A02-D5DC-2AC02C7F32C9}"/>
              </a:ext>
            </a:extLst>
          </p:cNvPr>
          <p:cNvSpPr txBox="1"/>
          <p:nvPr/>
        </p:nvSpPr>
        <p:spPr>
          <a:xfrm>
            <a:off x="2011680" y="3229305"/>
            <a:ext cx="2412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Quartic </a:t>
            </a:r>
            <a:r>
              <a:rPr lang="en-US" dirty="0" err="1"/>
              <a:t>Bspline</a:t>
            </a:r>
            <a:r>
              <a:rPr lang="en-US" dirty="0"/>
              <a:t> curve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0FD4E8-F629-8237-DCFA-9D3CCA3C7CF2}"/>
              </a:ext>
            </a:extLst>
          </p:cNvPr>
          <p:cNvSpPr txBox="1"/>
          <p:nvPr/>
        </p:nvSpPr>
        <p:spPr>
          <a:xfrm>
            <a:off x="8055864" y="3244334"/>
            <a:ext cx="1950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Knot refinement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32949-866C-3432-3431-1184F3997226}"/>
              </a:ext>
            </a:extLst>
          </p:cNvPr>
          <p:cNvSpPr txBox="1"/>
          <p:nvPr/>
        </p:nvSpPr>
        <p:spPr>
          <a:xfrm>
            <a:off x="2090928" y="5952744"/>
            <a:ext cx="1919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Order reduction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032CC3-44DD-D3FE-838F-16CD28E9E893}"/>
              </a:ext>
            </a:extLst>
          </p:cNvPr>
          <p:cNvSpPr txBox="1"/>
          <p:nvPr/>
        </p:nvSpPr>
        <p:spPr>
          <a:xfrm>
            <a:off x="8378677" y="5952744"/>
            <a:ext cx="17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Bezier extraction</a:t>
            </a:r>
          </a:p>
        </p:txBody>
      </p:sp>
    </p:spTree>
    <p:extLst>
      <p:ext uri="{BB962C8B-B14F-4D97-AF65-F5344CB8AC3E}">
        <p14:creationId xmlns:p14="http://schemas.microsoft.com/office/powerpoint/2010/main" val="7666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Thejaka Jayasinghe</dc:creator>
  <cp:lastModifiedBy>Thejaka Jayasinghe</cp:lastModifiedBy>
  <cp:revision>1</cp:revision>
  <dcterms:created xsi:type="dcterms:W3CDTF">2026-07-06T01:14:27Z</dcterms:created>
  <dcterms:modified xsi:type="dcterms:W3CDTF">2026-07-06T03:01:12Z</dcterms:modified>
</cp:coreProperties>
</file>